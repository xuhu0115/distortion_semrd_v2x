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V2X 协同感知的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演绎信源率失真建模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 Source Coding for Communication-Efficient V2X Cooperative Perception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cooperative perception</a:t>
            </a:r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Rate-distortion theory</a:t>
            </a:r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 source coding</a:t>
            </a:r>
            <a:pPr indent="0" marL="0">
              <a:buNone/>
            </a:pPr>
            <a:r>
              <a:rPr lang="en-US" sz="13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fidelity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5303520" cy="1463040"/>
          </a:xfrm>
          <a:prstGeom prst="rect">
            <a:avLst/>
          </a:prstGeom>
          <a:solidFill>
            <a:srgbClr val="1E2761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74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Hu
</a:t>
            </a:r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所属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SJTU · Y2 PhD
</a:t>
            </a:r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组会汇报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4937760"/>
            <a:ext cx="5303520" cy="1463040"/>
          </a:xfrm>
          <a:prstGeom prst="rect">
            <a:avLst/>
          </a:prstGeom>
          <a:solidFill>
            <a:srgbClr val="1E2761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5074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研究目标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V2X 协同感知中的通信压缩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information-theoretic 下界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并给出可训练的落地实现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457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AAAI 预研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背景：单车感知有物理盲区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通过车-车-路协同扩大感知范围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单车感知的三大痛点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遮挡问题：大车、建筑物、路口遮挡使 ego vehicle 看不到远处目标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感知距离有限：单车 LiDAR 对远距离、小目标不稳定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安全关键场景：路口/匝道/城市密集交通对提前感知要求高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单纯堆算力、堆传感器无法解决物理盲区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协同感知的思路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9496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4572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4572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Vehicle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24688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3017520"/>
            <a:ext cx="1737360" cy="1554480"/>
          </a:xfrm>
          <a:prstGeom prst="line">
            <a:avLst/>
          </a:prstGeom>
          <a:noFill/>
          <a:ln w="25400">
            <a:solidFill>
              <a:srgbClr val="00A6D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149840" y="24688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835640" y="3017520"/>
            <a:ext cx="-1737360" cy="1554480"/>
          </a:xfrm>
          <a:prstGeom prst="line">
            <a:avLst/>
          </a:prstGeom>
          <a:noFill/>
          <a:ln w="25400">
            <a:solidFill>
              <a:srgbClr val="00A6D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0" y="24688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RSU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3017520"/>
            <a:ext cx="0" cy="1554480"/>
          </a:xfrm>
          <a:prstGeom prst="line">
            <a:avLst/>
          </a:prstGeom>
          <a:noFill/>
          <a:ln w="25400">
            <a:solidFill>
              <a:srgbClr val="00A6D6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0408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feature maps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SemRD-V2X · 演绎信源率失真 · V2X 协同感知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协同感知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共享中间 BEV 特征，而不是原始点云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423160"/>
            <a:ext cx="18288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828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PointPillar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feature F_i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423160"/>
            <a:ext cx="18288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828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over V2X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2423160"/>
            <a:ext cx="18288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828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(HMSA)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attn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1828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bbox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关键：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通信的不是最终 detection，也不是 raw LiDAR，而是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 BEV feature map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—— 这正是带宽瓶颈的来源。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V2X-ViTv2 为例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548640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70916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PointPillar 提取 per-agent BEV feature (256×48×176)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 通道压缩后广播给 ego vehicle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HMSA：区分车/路两类 agent 的异构注意力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MSPA：多尺度池化注意力捕捉不同视野范围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297680"/>
            <a:ext cx="53949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本项目关注的环节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4663440"/>
            <a:ext cx="539496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7091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研究红色 Compression 环节：什么信息必须传？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Fusion 前引入 Core Selection 和 Inference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不改动 detection head，保持公平对比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SemRD-V2X · 演绎信源率失真 · V2X 协同感知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核心瓶颈：通信带宽 vs 感知性能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协同越强，通信压力越大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V2XSet 上的典型数字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37160" cy="685800"/>
          </a:xfrm>
          <a:prstGeom prst="rect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Fusion (单车)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AP@0.7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0.402</a:t>
            </a:r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BW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MB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37160" cy="685800"/>
          </a:xfrm>
          <a:prstGeom prst="rect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AP@0.7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0.307</a:t>
            </a:r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BW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 MB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37160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AP@0.7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0.384</a:t>
            </a:r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BW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MB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371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V2X-ViTv2 (SOTA)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AP@0.7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0.672</a:t>
            </a:r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BW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MB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V2X-ViTv2 TPAMI 2025 · V2XSet Noisy Setting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为什么中间特征共享贵？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920240"/>
            <a:ext cx="539496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9659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agent 都要发送 dense BEV feature map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带宽随 N × H × W × C 线性增长（N=5, H×W=8448, C=256）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单帧未压缩理论上高达 34 MB / agent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真实部署面临：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高带宽占用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传输延迟 → 位姿失配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弱信道下丢包放大误差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6217920"/>
            <a:ext cx="5394960" cy="0"/>
          </a:xfrm>
          <a:prstGeom prst="rect">
            <a:avLst/>
          </a:prstGeom>
          <a:noFill/>
          <a:ln w="25400">
            <a:solidFill>
              <a:srgbClr val="FFB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SemRD-V2X · 演绎信源率失真 · V2X 协同感知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现有方法：会压缩，但缺理论下界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都在回答 “how to compress”，很少回答 “how much is necessary”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Where2Comm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confidence map 决定哪里通信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启发式选择，无理论最小率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How2Comm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选择协作者 + 内容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2651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偏工程化，理论解释弱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蒸馏协作图 (teacher-student)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 teacher 与图设计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V2X-ViT / v2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融合多 agent feature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提升性能，但不回答最少传多少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 gap
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现有方法回答：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compress?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但很少回答：</a:t>
            </a:r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the minimum communication rate that preserves perceptual understanding?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SemRD-V2X · 演绎信源率失真 · V2X 协同感知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核心研究问题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感知中“必须传的信息”是什么？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信息论问题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7490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在保持感知语义不变的条件下，最低通信率是多少？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是否存在一个可计算的 lower bound？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44568" y="1600200"/>
            <a:ext cx="731520" cy="731520"/>
          </a:xfrm>
          <a:prstGeom prst="ellipse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13248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结构问题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61688" y="2468880"/>
            <a:ext cx="37490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6060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哪些特征无法由其他特征推导出来（core）？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哪些是可以在接收端重建的冗余？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17736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系统问题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66176" y="2468880"/>
            <a:ext cx="37490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26060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能否设计一个可训练的模块，近似选择 core 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在接收端重建 redundant features？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研究思路的三级漏斗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38248" y="5394960"/>
            <a:ext cx="7315200" cy="292608"/>
          </a:xfrm>
          <a:prstGeom prst="rect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38248" y="5394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 feature map  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52648" y="5760720"/>
            <a:ext cx="548640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2648" y="5760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redundant   →  S \ J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67048" y="6126480"/>
            <a:ext cx="3657600" cy="292608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7048" y="6126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Transmit core      A ⊂ 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SemRD-V2X · 演绎信源率失真 · V2X 协同感知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理论工具：Deductive Source Coding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闭包保持保真度 (Closure-Preserving Fidelity)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四个核心对象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 S — 一组 statements/facts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证明系统 PS — 从子集推出新 statement 的规则集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闭包 Cn(S) = { s : S ⊢ s }  — 所有能被推出的语义后果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fidelity — 不要求重建原始 S，而要求：Cn(Ŝ) = Cn(S)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传统信源压缩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94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目标：重建每一个原始符号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失真 = 符号级差异（Hamming、L2、…）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所有冗余都被视作“需要传的信息”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931920"/>
            <a:ext cx="5394960" cy="3657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演绎信源压缩（本项目采用）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297680"/>
            <a:ext cx="5394960" cy="18288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3434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目标：重建符号所能推出的一切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失真 = closure 的差异（Jaccard 类）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冗余在信息论意义下不可见，天然被“免费”重建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关键条件：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Cn(Ŝ) = Cn(S)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⇒  重建保持所有语义后果（推理不变）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关键概念：Irredundant 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真正需要传的，是不可推导的 “原子事实”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的规范分解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  ⊍  J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 =  irredundant core / atoms（不可从其他推出）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  =  redundant part（可由 A 推出）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核心性质：Cn(A) = Cn(S)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只要发送 A，接收端仍能恢复整个 closure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发送 J 不会额外增加语义信息，但会占带宽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关键理论结果 (Xu 2026, Thm 3.14)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9496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零失真率
</a:t>
            </a:r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R(0) = P_A · H(π_A)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P_A：source 落在 core 上的概率质量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H(π_A)：core 内部分布的熵
</a:t>
            </a:r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part 对 rate 与 distortion 都不可见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5394960" cy="3657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一个玩具直觉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4480560"/>
            <a:ext cx="5394960" cy="16459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5262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假设有 12 个 statement，其中只有 4 个是 core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 = 4/12 = 1/3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core 分布均匀：H(π_A) = log 4 = 2 bits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R(0) = 1/3 × 2 ≈ 0.67 bit/symbol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远低于把全部 12 个都当独立信源的 log 12 ≈ 3.58 bit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SemRD-V2X · 演绎信源率失真 · V2X 协同感知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→ 演绎信源的映射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BEV feature 中的空间位置视为 perceptual statement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58368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演绎信源概念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对应物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658368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 agent 在 BEV (h,w) 的 feature vector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6583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base 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agent 的 feature maps 汇总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658368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system 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空间/多视角/语义推理规则 R1-R4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6583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closure Cn(S)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可推导出的完整场景理解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658368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irredundant core 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不可由其他特征推导的关键位置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6583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redundant part J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可由邻域/多视角/语义补全的特征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6583680" cy="457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depth 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663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端传播 / 重建层数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1554480"/>
            <a:ext cx="4480560" cy="3657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四类感知推理规则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23760" y="1920240"/>
            <a:ext cx="4480560" cy="41148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9659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2057400"/>
            <a:ext cx="548640" cy="64008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9244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Propagation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邻域位置可推出弱化版本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06640" y="2926080"/>
            <a:ext cx="548640" cy="64008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2926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9244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Confirmation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一致观测互相确认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06640" y="3794760"/>
            <a:ext cx="548640" cy="64008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3794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092440" y="3794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Completion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部分观测可推出完整语义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06640" y="4663440"/>
            <a:ext cx="548640" cy="64008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4663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092440" y="4663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→ Vehicle Transfer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路侧视角推出车端特征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当前实现：</a:t>
            </a:r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主要落地 R1 的连续松弛（δ-layer 卷积传播），R2-R4 作为后续扩展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系统设计：先选 core，再由 decoder 推理重建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V2X-ViT 基础上加三个模块，backbone 保持不变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F_i (256×48×176)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2011680"/>
            <a:ext cx="13716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B000"/>
          </a:solidFill>
          <a:ln w="317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· learn A_i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1344168"/>
            <a:ext cx="1737360" cy="2011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344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2011680"/>
            <a:ext cx="13716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0624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通信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011680"/>
            <a:ext cx="13716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B000"/>
          </a:solidFill>
          <a:ln w="3175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Module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· δ-layer 推理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344168"/>
            <a:ext cx="1737360" cy="2011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344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18120" y="2011680"/>
            <a:ext cx="13716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5528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V2X-ViT Fusion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92640" y="2011680"/>
            <a:ext cx="137160" cy="0"/>
          </a:xfrm>
          <a:prstGeom prst="line">
            <a:avLst/>
          </a:prstGeom>
          <a:noFill/>
          <a:ln w="25400">
            <a:solidFill>
              <a:srgbClr val="6E7A8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16002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98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bbox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37490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Selection Module (CSM)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374904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6118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打分：为每个 (h,w) 计算 importance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Gumbel-Softmax + top-k：可微 core 选择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mask，冗余位置置 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61688" y="3200400"/>
            <a:ext cx="3749040" cy="3657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Inference Module (IM)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61688" y="3566160"/>
            <a:ext cx="374904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44568" y="36118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层卷积 + 邻域传播（对应 R1）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位置保持不变，redundant 位置被重建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以计算换通信：δ↑ → 需传的越少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66176" y="3200400"/>
            <a:ext cx="37490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03336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Regularization (RR)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66176" y="3566160"/>
            <a:ext cx="3749040" cy="2743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49056" y="36118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L_rate = λ · P_A · H(π_A)  近似理论下界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训练时鼓励 mask 稀疏 + core 分布集中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推理时可通过 P_A 手动调节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SemRD-V2X · 演绎信源率失真 · V2X 协同感知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理论预期：通信率由 core 决定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用计算换通信 —— 更深的 decoder 推理可以传更少的 core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零失真率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74904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R(0) = P_A · H(π_A)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disjoint core 假设下，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感知无失真通信率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核心 mass × 核心分布的熵
</a:t>
            </a:r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冗余部分不占率
</a:t>
            </a:r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传统 Hamming 视角严格劣于闭包视角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749040" cy="3657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全率失真曲线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74904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65960"/>
            <a:ext cx="3383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0574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R(D) = P_A · R^{(A)}(D/P_A)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 rate-distortion 曲线由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 core 上定义的子问题决定
</a:t>
            </a:r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redundant part 对 rate 和
     distortion 都完全不可见
</a:t>
            </a:r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允许对 core 独立设计压缩策略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3832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推理深度权衡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920240"/>
            <a:ext cx="3383280" cy="42062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96596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205740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R(D, δ) = P_δ · R^{(A_δ)}(D/P_δ)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 → 退化为 Hamming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↑ → 更多 redundant 可推
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≥ D_d → 完全闭包压缩
</a:t>
            </a:r>
            <a:pPr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可以用 decoder 端算力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直接换来通信节省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三轴权衡  ·  Bandwidth  ↔  Accuracy  ↔  Decoder Computation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实验设计：验证 “少传 core + decoder 推理” 的有效性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V2XSet 上从核心压缩曲线、深度分析、理论下界三个维度评估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实验矩阵（V2XSet, Noisy Setting）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874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874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回答的问题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124712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2402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Baseline（等价 V2X-ViT v1，pipeline sanity check）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2432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243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26243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6243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2624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2624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only，无 IM：单纯少传，AP 掉多少？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08376"/>
            <a:ext cx="1124712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083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30083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30083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0083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300837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+ IM：decoder 推理能否补回性能？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39242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92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33924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3924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20" y="33924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339242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激进压缩下（80% ↓ BW）性能损失几何？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76472"/>
            <a:ext cx="1124712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76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0160" y="37764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3776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17520" y="37764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06240" y="37764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率正则化是否进一步逼近理论下界？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37490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663440"/>
            <a:ext cx="374904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709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V2XSet (CARLA, 11,447 帧)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+ Noisy 两种设置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后续可扩展 DAIR-V2X（真实场景）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89120" y="4297680"/>
            <a:ext cx="3749040" cy="36576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89120" y="4663440"/>
            <a:ext cx="374904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4709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AP@0.5 / AP@0.7 — 检测性能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(MB/frame) — 实测通信开销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mass P_A — 学习到的稀疏比例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(ms) — 加 IM 后的延迟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|R_empirical − P_A · H(π_A)| — 与理论下界差距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321040" y="4297680"/>
            <a:ext cx="33832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5820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扩展实验（若时间充足）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321040" y="4663440"/>
            <a:ext cx="338328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0" y="47091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sweep：δ ∈ {0,1,2,3,4}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Robustness：xyz/heading 噪声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Heterogeneous：DAIR-V2X 车-路异构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Ablation：learned vs random core，w/ vs w/o IM/RR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当前进展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理论骨架和代码框架已经跑通，真实数字待补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已完成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7490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深度阅读导师 Rate-Distortion for Deductive Sources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V2X → 演绎信源的概念映射（Table 4.1）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完成论文初稿骨架（Section 3-6）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V2X-ViT v1 搭建实验代码 [SemRD-V2X-Experiments](project/SemRD-V2X-Experiments/)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实现三个新模块：CSM / IM / RR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/ 评估 / 带宽测量脚本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 5/5 通过（模块 forward + 数值正确性）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749040" cy="3657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正在进行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7490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96596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V2XSet 数据解压与预处理（train ~52GB，validate/test 完成）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pipeline 联调（已解决 Cython 编译、opencv Qt5、spconv/cumm、shm 等问题）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(P_A=1.0, δ=0) 在 3× A800 上启动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554480"/>
            <a:ext cx="374904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  待推进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66176" y="1920240"/>
            <a:ext cx="37490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965960"/>
            <a:ext cx="3383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跑完 R1–R5 五个核心实验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 H(π_A) 用于理论 vs 实测对比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 rate-distortion 曲线（Figure 1）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填补 Section 7 全部 6 张表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重写 abstract 和 Section 1 引言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algn="ctr"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重要说明：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论文当前 Section 7 表格中的 Ours 数字均为占位符（TODO），不能作为最终结论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风险与待解决问题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诚实列出目前尚未完全解决的四个问题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80160" y="1554480"/>
            <a:ext cx="10424160" cy="1097280"/>
          </a:xfrm>
          <a:prstGeom prst="rect">
            <a:avLst/>
          </a:prstGeom>
          <a:solidFill>
            <a:srgbClr val="F4F7FA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627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 vs 连续特征的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38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导师理论建立在离散 Horn/Datalog closure 上，而 V2X feature 是连续向量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2677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将实现定位为 continuous relaxation；在 Section 8 明确讨论 Tarski 公理在连续空间的近似性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" cy="10972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80160" y="2788920"/>
            <a:ext cx="10424160" cy="1097280"/>
          </a:xfrm>
          <a:prstGeom prst="rect">
            <a:avLst/>
          </a:prstGeom>
          <a:solidFill>
            <a:srgbClr val="F4F7FA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8620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R2–R4 尚未完全实现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172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IM 主要落地 R1 邻域传播，多视角/语义/异构规则暂缺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5021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先用 R1 验证是否已能带来收益；有余力再补 cross-agent attention 实现 R2/R4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80160" y="4023360"/>
            <a:ext cx="10424160" cy="1097280"/>
          </a:xfrm>
          <a:prstGeom prst="rect">
            <a:avLst/>
          </a:prstGeom>
          <a:solidFill>
            <a:srgbClr val="F4F7FA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0965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V2X-ViT v1 而非 v2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4074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V2X-ViTv2 官方代码未公开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4736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明确说明方法与 backbone 正交；结论对 v2 仍然成立；未来如复现 v2 再迁移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822960" cy="109728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2578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280160" y="5257800"/>
            <a:ext cx="10424160" cy="1097280"/>
          </a:xfrm>
          <a:prstGeom prst="rect">
            <a:avLst/>
          </a:prstGeom>
          <a:solidFill>
            <a:srgbClr val="F4F7FA"/>
          </a:solidFill>
          <a:ln w="6350">
            <a:solidFill>
              <a:srgbClr val="00A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53309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真实实验成本高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5641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V2XSet 单个 run ~20h @ A800，POC 5 run ≈ 4-5 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59710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应对：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先完成 R1–R3 三个最关键的 run；其他实验并行 A800 三卡跑，或缩至 30 epoch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总结与讨论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用理论回答 V2X 中 “什么必须传”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协同感知的核心瓶颈是通信带宽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现有方法多为启发式压缩，缺乏信息论下界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我们希望用演绎信源率失真理论刻画 V2X 的 core，并以可训练系统验证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希望获得组会反馈的三个问题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137160" cy="3657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60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建模：把 BEV feature 视作 statement 是否合理？closure fidelity 是否适合作为 perception fidelity？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137160" cy="3657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方法：只实现 R1 是否足以支撑初版实验？是否需要更强的 cross-agent inference module？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37160" cy="3657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66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实验：AAAI 论文的最小充分实验集是什么？是否应优先补 DAIR-V2X 真实数据？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852160"/>
            <a:ext cx="10972800" cy="685800"/>
          </a:xfrm>
          <a:prstGeom prst="rect">
            <a:avLst/>
          </a:prstGeom>
          <a:solidFill>
            <a:srgbClr val="1E2761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521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·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不是又提出一个压缩模块，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而是为 V2X 协同感知中的 ‘最少通信量’ 提供可解释的理论刻画。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· 欢迎讨论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SemRD-V2X 组会汇报</dc:title>
  <dc:subject>PptxGenJS Presentation</dc:subject>
  <dc:creator>Xu Hu</dc:creator>
  <cp:lastModifiedBy>Xu Hu</cp:lastModifiedBy>
  <cp:revision>1</cp:revision>
  <dcterms:created xsi:type="dcterms:W3CDTF">2026-07-02T13:58:17Z</dcterms:created>
  <dcterms:modified xsi:type="dcterms:W3CDTF">2026-07-02T13:58:17Z</dcterms:modified>
</cp:coreProperties>
</file>